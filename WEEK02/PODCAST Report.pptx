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1"/>
  </p:sldMasterIdLst>
  <p:notesMasterIdLst>
    <p:notesMasterId r:id="rId7"/>
  </p:notesMasterIdLst>
  <p:sldIdLst>
    <p:sldId id="259" r:id="rId2"/>
    <p:sldId id="262" r:id="rId3"/>
    <p:sldId id="260" r:id="rId4"/>
    <p:sldId id="261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71B2C-4F79-4350-97DA-D0479D9052A7}" v="38" dt="2026-02-10T08:51:29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101" d="100"/>
          <a:sy n="101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ndy Lund" userId="567e4fc7b4b689c4" providerId="LiveId" clId="{B2767A3C-F96B-4761-B498-F443A8FB5074}"/>
    <pc:docChg chg="undo custSel addSld delSld modSld sldOrd">
      <pc:chgData name="Cindy Lund" userId="567e4fc7b4b689c4" providerId="LiveId" clId="{B2767A3C-F96B-4761-B498-F443A8FB5074}" dt="2026-02-10T08:55:39.489" v="2321" actId="20577"/>
      <pc:docMkLst>
        <pc:docMk/>
      </pc:docMkLst>
      <pc:sldChg chg="addSp delSp modSp del mod modClrScheme delDesignElem chgLayout">
        <pc:chgData name="Cindy Lund" userId="567e4fc7b4b689c4" providerId="LiveId" clId="{B2767A3C-F96B-4761-B498-F443A8FB5074}" dt="2026-02-09T18:44:55.542" v="819" actId="47"/>
        <pc:sldMkLst>
          <pc:docMk/>
          <pc:sldMk cId="1338675153" sldId="256"/>
        </pc:sldMkLst>
        <pc:spChg chg="mod ord">
          <ac:chgData name="Cindy Lund" userId="567e4fc7b4b689c4" providerId="LiveId" clId="{B2767A3C-F96B-4761-B498-F443A8FB5074}" dt="2026-02-09T17:17:40.965" v="771" actId="700"/>
          <ac:spMkLst>
            <pc:docMk/>
            <pc:sldMk cId="1338675153" sldId="256"/>
            <ac:spMk id="5" creationId="{5FB327B7-847A-13D7-4DD0-78C2B8554B05}"/>
          </ac:spMkLst>
        </pc:spChg>
        <pc:spChg chg="mod ord">
          <ac:chgData name="Cindy Lund" userId="567e4fc7b4b689c4" providerId="LiveId" clId="{B2767A3C-F96B-4761-B498-F443A8FB5074}" dt="2026-02-09T17:17:40.965" v="771" actId="700"/>
          <ac:spMkLst>
            <pc:docMk/>
            <pc:sldMk cId="1338675153" sldId="256"/>
            <ac:spMk id="6" creationId="{986C31C6-BDB0-1D47-AA15-9F7F4A15A62E}"/>
          </ac:spMkLst>
        </pc:spChg>
        <pc:spChg chg="add del">
          <ac:chgData name="Cindy Lund" userId="567e4fc7b4b689c4" providerId="LiveId" clId="{B2767A3C-F96B-4761-B498-F443A8FB5074}" dt="2026-02-09T17:17:40.965" v="771" actId="700"/>
          <ac:spMkLst>
            <pc:docMk/>
            <pc:sldMk cId="1338675153" sldId="256"/>
            <ac:spMk id="8" creationId="{51A01047-632B-4F57-9CDB-AA680D5BBB19}"/>
          </ac:spMkLst>
        </pc:spChg>
        <pc:spChg chg="add del">
          <ac:chgData name="Cindy Lund" userId="567e4fc7b4b689c4" providerId="LiveId" clId="{B2767A3C-F96B-4761-B498-F443A8FB5074}" dt="2026-02-09T17:17:40.965" v="771" actId="700"/>
          <ac:spMkLst>
            <pc:docMk/>
            <pc:sldMk cId="1338675153" sldId="256"/>
            <ac:spMk id="10" creationId="{EA7FD6EC-4D99-4AB0-9AC8-CFBD9D47C11B}"/>
          </ac:spMkLst>
        </pc:spChg>
        <pc:grpChg chg="add del">
          <ac:chgData name="Cindy Lund" userId="567e4fc7b4b689c4" providerId="LiveId" clId="{B2767A3C-F96B-4761-B498-F443A8FB5074}" dt="2026-02-09T17:17:40.965" v="771" actId="700"/>
          <ac:grpSpMkLst>
            <pc:docMk/>
            <pc:sldMk cId="1338675153" sldId="256"/>
            <ac:grpSpMk id="15" creationId="{D5ADB088-C125-457F-9C61-DFE21DCEF4A5}"/>
          </ac:grpSpMkLst>
        </pc:grpChg>
        <pc:picChg chg="mod">
          <ac:chgData name="Cindy Lund" userId="567e4fc7b4b689c4" providerId="LiveId" clId="{B2767A3C-F96B-4761-B498-F443A8FB5074}" dt="2026-02-09T17:04:36.368" v="147" actId="1076"/>
          <ac:picMkLst>
            <pc:docMk/>
            <pc:sldMk cId="1338675153" sldId="256"/>
            <ac:picMk id="4" creationId="{661D920F-D6D1-B8B7-642C-97DDD2546C2B}"/>
          </ac:picMkLst>
        </pc:picChg>
      </pc:sldChg>
      <pc:sldChg chg="addSp delSp modSp new del mod setBg modClrScheme chgLayout modNotesTx">
        <pc:chgData name="Cindy Lund" userId="567e4fc7b4b689c4" providerId="LiveId" clId="{B2767A3C-F96B-4761-B498-F443A8FB5074}" dt="2026-02-09T19:28:59.973" v="1635" actId="47"/>
        <pc:sldMkLst>
          <pc:docMk/>
          <pc:sldMk cId="2818525161" sldId="257"/>
        </pc:sldMkLst>
        <pc:spChg chg="del mod ord">
          <ac:chgData name="Cindy Lund" userId="567e4fc7b4b689c4" providerId="LiveId" clId="{B2767A3C-F96B-4761-B498-F443A8FB5074}" dt="2026-02-09T17:18:10.208" v="773" actId="700"/>
          <ac:spMkLst>
            <pc:docMk/>
            <pc:sldMk cId="2818525161" sldId="257"/>
            <ac:spMk id="2" creationId="{30EC9D14-10BE-9762-D8C7-E70043DD0D72}"/>
          </ac:spMkLst>
        </pc:spChg>
        <pc:spChg chg="del mod ord">
          <ac:chgData name="Cindy Lund" userId="567e4fc7b4b689c4" providerId="LiveId" clId="{B2767A3C-F96B-4761-B498-F443A8FB5074}" dt="2026-02-09T17:18:10.208" v="773" actId="700"/>
          <ac:spMkLst>
            <pc:docMk/>
            <pc:sldMk cId="2818525161" sldId="257"/>
            <ac:spMk id="3" creationId="{9CF8CFAC-E71F-5801-B9E9-8CB7B8165F52}"/>
          </ac:spMkLst>
        </pc:spChg>
        <pc:spChg chg="add del mod ord">
          <ac:chgData name="Cindy Lund" userId="567e4fc7b4b689c4" providerId="LiveId" clId="{B2767A3C-F96B-4761-B498-F443A8FB5074}" dt="2026-02-09T17:18:36.400" v="774" actId="700"/>
          <ac:spMkLst>
            <pc:docMk/>
            <pc:sldMk cId="2818525161" sldId="257"/>
            <ac:spMk id="4" creationId="{979B15DA-BB17-8252-5416-6D707E362C1D}"/>
          </ac:spMkLst>
        </pc:spChg>
        <pc:spChg chg="add del mod ord">
          <ac:chgData name="Cindy Lund" userId="567e4fc7b4b689c4" providerId="LiveId" clId="{B2767A3C-F96B-4761-B498-F443A8FB5074}" dt="2026-02-09T17:18:36.400" v="774" actId="700"/>
          <ac:spMkLst>
            <pc:docMk/>
            <pc:sldMk cId="2818525161" sldId="257"/>
            <ac:spMk id="5" creationId="{AE605FC1-6059-99B2-F016-13A3872D2844}"/>
          </ac:spMkLst>
        </pc:spChg>
        <pc:spChg chg="add del mod ord">
          <ac:chgData name="Cindy Lund" userId="567e4fc7b4b689c4" providerId="LiveId" clId="{B2767A3C-F96B-4761-B498-F443A8FB5074}" dt="2026-02-09T17:18:36.400" v="774" actId="700"/>
          <ac:spMkLst>
            <pc:docMk/>
            <pc:sldMk cId="2818525161" sldId="257"/>
            <ac:spMk id="6" creationId="{CE68E880-355B-C99F-8E27-89200F02DA78}"/>
          </ac:spMkLst>
        </pc:spChg>
        <pc:spChg chg="add del mod ord">
          <ac:chgData name="Cindy Lund" userId="567e4fc7b4b689c4" providerId="LiveId" clId="{B2767A3C-F96B-4761-B498-F443A8FB5074}" dt="2026-02-09T17:18:36.400" v="774" actId="700"/>
          <ac:spMkLst>
            <pc:docMk/>
            <pc:sldMk cId="2818525161" sldId="257"/>
            <ac:spMk id="7" creationId="{7E4FA965-3CEE-3CE0-6CC3-C3C536EE8DD1}"/>
          </ac:spMkLst>
        </pc:spChg>
        <pc:spChg chg="add del mod ord">
          <ac:chgData name="Cindy Lund" userId="567e4fc7b4b689c4" providerId="LiveId" clId="{B2767A3C-F96B-4761-B498-F443A8FB5074}" dt="2026-02-09T17:18:36.400" v="774" actId="700"/>
          <ac:spMkLst>
            <pc:docMk/>
            <pc:sldMk cId="2818525161" sldId="257"/>
            <ac:spMk id="8" creationId="{03721D24-0631-4050-B4B9-D1AFDEC7598D}"/>
          </ac:spMkLst>
        </pc:spChg>
        <pc:spChg chg="add mod ord">
          <ac:chgData name="Cindy Lund" userId="567e4fc7b4b689c4" providerId="LiveId" clId="{B2767A3C-F96B-4761-B498-F443A8FB5074}" dt="2026-02-09T18:46:02.610" v="826" actId="1036"/>
          <ac:spMkLst>
            <pc:docMk/>
            <pc:sldMk cId="2818525161" sldId="257"/>
            <ac:spMk id="9" creationId="{66C5D8FA-705A-7C79-64A8-A6827058E9D0}"/>
          </ac:spMkLst>
        </pc:spChg>
        <pc:spChg chg="add del mod ord">
          <ac:chgData name="Cindy Lund" userId="567e4fc7b4b689c4" providerId="LiveId" clId="{B2767A3C-F96B-4761-B498-F443A8FB5074}" dt="2026-02-09T17:20:08.817" v="775" actId="931"/>
          <ac:spMkLst>
            <pc:docMk/>
            <pc:sldMk cId="2818525161" sldId="257"/>
            <ac:spMk id="10" creationId="{50351DE8-37B4-7D85-B1A8-5B4DFD23F61C}"/>
          </ac:spMkLst>
        </pc:spChg>
        <pc:spChg chg="add del mod ord">
          <ac:chgData name="Cindy Lund" userId="567e4fc7b4b689c4" providerId="LiveId" clId="{B2767A3C-F96B-4761-B498-F443A8FB5074}" dt="2026-02-09T17:21:53.518" v="792" actId="478"/>
          <ac:spMkLst>
            <pc:docMk/>
            <pc:sldMk cId="2818525161" sldId="257"/>
            <ac:spMk id="11" creationId="{F2F1AC37-F812-412A-DFD5-BA87B8D80B18}"/>
          </ac:spMkLst>
        </pc:spChg>
        <pc:spChg chg="add mod">
          <ac:chgData name="Cindy Lund" userId="567e4fc7b4b689c4" providerId="LiveId" clId="{B2767A3C-F96B-4761-B498-F443A8FB5074}" dt="2026-02-09T19:28:47.449" v="1632" actId="20577"/>
          <ac:spMkLst>
            <pc:docMk/>
            <pc:sldMk cId="2818525161" sldId="257"/>
            <ac:spMk id="15" creationId="{FDC547E4-A9A4-2D5A-08F0-528C0DA37286}"/>
          </ac:spMkLst>
        </pc:spChg>
        <pc:spChg chg="add">
          <ac:chgData name="Cindy Lund" userId="567e4fc7b4b689c4" providerId="LiveId" clId="{B2767A3C-F96B-4761-B498-F443A8FB5074}" dt="2026-02-09T17:20:19.534" v="776" actId="26606"/>
          <ac:spMkLst>
            <pc:docMk/>
            <pc:sldMk cId="2818525161" sldId="257"/>
            <ac:spMk id="18" creationId="{9EB54D17-3792-403D-9127-495845021D2B}"/>
          </ac:spMkLst>
        </pc:spChg>
        <pc:spChg chg="add">
          <ac:chgData name="Cindy Lund" userId="567e4fc7b4b689c4" providerId="LiveId" clId="{B2767A3C-F96B-4761-B498-F443A8FB5074}" dt="2026-02-09T17:20:19.534" v="776" actId="26606"/>
          <ac:spMkLst>
            <pc:docMk/>
            <pc:sldMk cId="2818525161" sldId="257"/>
            <ac:spMk id="20" creationId="{158E38A4-F699-490C-8D1F-E8AD332D9B45}"/>
          </ac:spMkLst>
        </pc:spChg>
        <pc:spChg chg="add">
          <ac:chgData name="Cindy Lund" userId="567e4fc7b4b689c4" providerId="LiveId" clId="{B2767A3C-F96B-4761-B498-F443A8FB5074}" dt="2026-02-09T17:20:19.534" v="776" actId="26606"/>
          <ac:spMkLst>
            <pc:docMk/>
            <pc:sldMk cId="2818525161" sldId="257"/>
            <ac:spMk id="22" creationId="{939C6AAB-48AC-41A3-95C2-6BF83715DF62}"/>
          </ac:spMkLst>
        </pc:spChg>
        <pc:spChg chg="add">
          <ac:chgData name="Cindy Lund" userId="567e4fc7b4b689c4" providerId="LiveId" clId="{B2767A3C-F96B-4761-B498-F443A8FB5074}" dt="2026-02-09T17:20:19.534" v="776" actId="26606"/>
          <ac:spMkLst>
            <pc:docMk/>
            <pc:sldMk cId="2818525161" sldId="257"/>
            <ac:spMk id="24" creationId="{F6EE861B-7D2F-4B7C-A6E3-5937E81B8025}"/>
          </ac:spMkLst>
        </pc:spChg>
        <pc:grpChg chg="add">
          <ac:chgData name="Cindy Lund" userId="567e4fc7b4b689c4" providerId="LiveId" clId="{B2767A3C-F96B-4761-B498-F443A8FB5074}" dt="2026-02-09T17:20:19.534" v="776" actId="26606"/>
          <ac:grpSpMkLst>
            <pc:docMk/>
            <pc:sldMk cId="2818525161" sldId="257"/>
            <ac:grpSpMk id="26" creationId="{53745597-CF0F-4C14-83C4-612B382A9091}"/>
          </ac:grpSpMkLst>
        </pc:grpChg>
        <pc:picChg chg="add mod ord">
          <ac:chgData name="Cindy Lund" userId="567e4fc7b4b689c4" providerId="LiveId" clId="{B2767A3C-F96B-4761-B498-F443A8FB5074}" dt="2026-02-09T18:45:16.129" v="822" actId="14100"/>
          <ac:picMkLst>
            <pc:docMk/>
            <pc:sldMk cId="2818525161" sldId="257"/>
            <ac:picMk id="13" creationId="{132B2734-B232-F453-662E-A1600B6D4AF1}"/>
          </ac:picMkLst>
        </pc:picChg>
      </pc:sldChg>
      <pc:sldChg chg="addSp delSp modSp new mod ord modClrScheme chgLayout modNotesTx">
        <pc:chgData name="Cindy Lund" userId="567e4fc7b4b689c4" providerId="LiveId" clId="{B2767A3C-F96B-4761-B498-F443A8FB5074}" dt="2026-02-09T19:29:02.139" v="1637"/>
        <pc:sldMkLst>
          <pc:docMk/>
          <pc:sldMk cId="1924283948" sldId="258"/>
        </pc:sldMkLst>
        <pc:spChg chg="del">
          <ac:chgData name="Cindy Lund" userId="567e4fc7b4b689c4" providerId="LiveId" clId="{B2767A3C-F96B-4761-B498-F443A8FB5074}" dt="2026-02-09T18:48:17.052" v="867" actId="700"/>
          <ac:spMkLst>
            <pc:docMk/>
            <pc:sldMk cId="1924283948" sldId="258"/>
            <ac:spMk id="2" creationId="{732A2F35-950E-AFDB-9B8C-B15C396A9990}"/>
          </ac:spMkLst>
        </pc:spChg>
        <pc:spChg chg="del">
          <ac:chgData name="Cindy Lund" userId="567e4fc7b4b689c4" providerId="LiveId" clId="{B2767A3C-F96B-4761-B498-F443A8FB5074}" dt="2026-02-09T18:48:17.052" v="867" actId="700"/>
          <ac:spMkLst>
            <pc:docMk/>
            <pc:sldMk cId="1924283948" sldId="258"/>
            <ac:spMk id="3" creationId="{DA9F333B-77F9-545B-0CEF-8A2AD21E2AE7}"/>
          </ac:spMkLst>
        </pc:spChg>
        <pc:spChg chg="del">
          <ac:chgData name="Cindy Lund" userId="567e4fc7b4b689c4" providerId="LiveId" clId="{B2767A3C-F96B-4761-B498-F443A8FB5074}" dt="2026-02-09T18:48:17.052" v="867" actId="700"/>
          <ac:spMkLst>
            <pc:docMk/>
            <pc:sldMk cId="1924283948" sldId="258"/>
            <ac:spMk id="4" creationId="{5592B5BF-51D1-21EB-2E2E-59A95620407D}"/>
          </ac:spMkLst>
        </pc:spChg>
        <pc:spChg chg="add mod">
          <ac:chgData name="Cindy Lund" userId="567e4fc7b4b689c4" providerId="LiveId" clId="{B2767A3C-F96B-4761-B498-F443A8FB5074}" dt="2026-02-09T18:52:02.786" v="955" actId="6549"/>
          <ac:spMkLst>
            <pc:docMk/>
            <pc:sldMk cId="1924283948" sldId="258"/>
            <ac:spMk id="5" creationId="{A24E0887-9A05-B576-D2AA-01A8DAC92814}"/>
          </ac:spMkLst>
        </pc:spChg>
      </pc:sldChg>
      <pc:sldChg chg="new del">
        <pc:chgData name="Cindy Lund" userId="567e4fc7b4b689c4" providerId="LiveId" clId="{B2767A3C-F96B-4761-B498-F443A8FB5074}" dt="2026-02-09T17:22:43.593" v="798" actId="47"/>
        <pc:sldMkLst>
          <pc:docMk/>
          <pc:sldMk cId="3568251699" sldId="258"/>
        </pc:sldMkLst>
      </pc:sldChg>
      <pc:sldChg chg="delSp modSp add mod setBg delDesignElem">
        <pc:chgData name="Cindy Lund" userId="567e4fc7b4b689c4" providerId="LiveId" clId="{B2767A3C-F96B-4761-B498-F443A8FB5074}" dt="2026-02-10T08:45:28.859" v="1900" actId="20577"/>
        <pc:sldMkLst>
          <pc:docMk/>
          <pc:sldMk cId="883826584" sldId="259"/>
        </pc:sldMkLst>
        <pc:spChg chg="mod">
          <ac:chgData name="Cindy Lund" userId="567e4fc7b4b689c4" providerId="LiveId" clId="{B2767A3C-F96B-4761-B498-F443A8FB5074}" dt="2026-02-09T19:30:44.704" v="1664" actId="1076"/>
          <ac:spMkLst>
            <pc:docMk/>
            <pc:sldMk cId="883826584" sldId="259"/>
            <ac:spMk id="9" creationId="{2E53FA55-218F-83AB-A3D8-0E17D391311F}"/>
          </ac:spMkLst>
        </pc:spChg>
        <pc:spChg chg="mod">
          <ac:chgData name="Cindy Lund" userId="567e4fc7b4b689c4" providerId="LiveId" clId="{B2767A3C-F96B-4761-B498-F443A8FB5074}" dt="2026-02-10T08:45:28.859" v="1900" actId="20577"/>
          <ac:spMkLst>
            <pc:docMk/>
            <pc:sldMk cId="883826584" sldId="259"/>
            <ac:spMk id="15" creationId="{09BDF890-AA77-8D76-FD36-F0CE26774EBD}"/>
          </ac:spMkLst>
        </pc:spChg>
        <pc:spChg chg="del">
          <ac:chgData name="Cindy Lund" userId="567e4fc7b4b689c4" providerId="LiveId" clId="{B2767A3C-F96B-4761-B498-F443A8FB5074}" dt="2026-02-09T19:28:55.084" v="1634"/>
          <ac:spMkLst>
            <pc:docMk/>
            <pc:sldMk cId="883826584" sldId="259"/>
            <ac:spMk id="18" creationId="{00D2A6E3-D833-272F-9425-C92851DA73FF}"/>
          </ac:spMkLst>
        </pc:spChg>
        <pc:spChg chg="del">
          <ac:chgData name="Cindy Lund" userId="567e4fc7b4b689c4" providerId="LiveId" clId="{B2767A3C-F96B-4761-B498-F443A8FB5074}" dt="2026-02-09T19:28:55.084" v="1634"/>
          <ac:spMkLst>
            <pc:docMk/>
            <pc:sldMk cId="883826584" sldId="259"/>
            <ac:spMk id="20" creationId="{E60635E6-061A-720D-B1CC-F83BF3B2FD72}"/>
          </ac:spMkLst>
        </pc:spChg>
        <pc:spChg chg="del">
          <ac:chgData name="Cindy Lund" userId="567e4fc7b4b689c4" providerId="LiveId" clId="{B2767A3C-F96B-4761-B498-F443A8FB5074}" dt="2026-02-09T19:28:55.084" v="1634"/>
          <ac:spMkLst>
            <pc:docMk/>
            <pc:sldMk cId="883826584" sldId="259"/>
            <ac:spMk id="22" creationId="{0E9CDEFB-764B-7FEF-8FC5-1D64E9FBCC7A}"/>
          </ac:spMkLst>
        </pc:spChg>
        <pc:spChg chg="del">
          <ac:chgData name="Cindy Lund" userId="567e4fc7b4b689c4" providerId="LiveId" clId="{B2767A3C-F96B-4761-B498-F443A8FB5074}" dt="2026-02-09T19:28:55.084" v="1634"/>
          <ac:spMkLst>
            <pc:docMk/>
            <pc:sldMk cId="883826584" sldId="259"/>
            <ac:spMk id="24" creationId="{4E0A29D8-4081-828D-65FC-2943C78BCCD4}"/>
          </ac:spMkLst>
        </pc:spChg>
        <pc:grpChg chg="del">
          <ac:chgData name="Cindy Lund" userId="567e4fc7b4b689c4" providerId="LiveId" clId="{B2767A3C-F96B-4761-B498-F443A8FB5074}" dt="2026-02-09T19:28:55.084" v="1634"/>
          <ac:grpSpMkLst>
            <pc:docMk/>
            <pc:sldMk cId="883826584" sldId="259"/>
            <ac:grpSpMk id="26" creationId="{A9AA5E1E-C399-F7E6-6226-ACC5453A3BB8}"/>
          </ac:grpSpMkLst>
        </pc:grpChg>
      </pc:sldChg>
      <pc:sldChg chg="modSp add mod">
        <pc:chgData name="Cindy Lund" userId="567e4fc7b4b689c4" providerId="LiveId" clId="{B2767A3C-F96B-4761-B498-F443A8FB5074}" dt="2026-02-10T08:45:24.424" v="1899" actId="20577"/>
        <pc:sldMkLst>
          <pc:docMk/>
          <pc:sldMk cId="962685249" sldId="260"/>
        </pc:sldMkLst>
        <pc:spChg chg="mod">
          <ac:chgData name="Cindy Lund" userId="567e4fc7b4b689c4" providerId="LiveId" clId="{B2767A3C-F96B-4761-B498-F443A8FB5074}" dt="2026-02-10T08:45:24.424" v="1899" actId="20577"/>
          <ac:spMkLst>
            <pc:docMk/>
            <pc:sldMk cId="962685249" sldId="260"/>
            <ac:spMk id="15" creationId="{EBCF2963-E458-7868-C188-0CBDB41F2D64}"/>
          </ac:spMkLst>
        </pc:spChg>
      </pc:sldChg>
      <pc:sldChg chg="addSp delSp modSp new mod modClrScheme chgLayout">
        <pc:chgData name="Cindy Lund" userId="567e4fc7b4b689c4" providerId="LiveId" clId="{B2767A3C-F96B-4761-B498-F443A8FB5074}" dt="2026-02-10T08:43:27.981" v="1885" actId="122"/>
        <pc:sldMkLst>
          <pc:docMk/>
          <pc:sldMk cId="1339512023" sldId="261"/>
        </pc:sldMkLst>
        <pc:spChg chg="add del mod">
          <ac:chgData name="Cindy Lund" userId="567e4fc7b4b689c4" providerId="LiveId" clId="{B2767A3C-F96B-4761-B498-F443A8FB5074}" dt="2026-02-10T08:42:12.595" v="1870"/>
          <ac:spMkLst>
            <pc:docMk/>
            <pc:sldMk cId="1339512023" sldId="261"/>
            <ac:spMk id="2" creationId="{83748DB0-B944-92C0-2813-71664BD5CCC5}"/>
          </ac:spMkLst>
        </pc:spChg>
        <pc:spChg chg="del">
          <ac:chgData name="Cindy Lund" userId="567e4fc7b4b689c4" providerId="LiveId" clId="{B2767A3C-F96B-4761-B498-F443A8FB5074}" dt="2026-02-10T08:08:40.601" v="1849" actId="700"/>
          <ac:spMkLst>
            <pc:docMk/>
            <pc:sldMk cId="1339512023" sldId="261"/>
            <ac:spMk id="2" creationId="{CEDE9EE3-5FB9-9C21-05B9-9D0811F7798F}"/>
          </ac:spMkLst>
        </pc:spChg>
        <pc:spChg chg="add mod">
          <ac:chgData name="Cindy Lund" userId="567e4fc7b4b689c4" providerId="LiveId" clId="{B2767A3C-F96B-4761-B498-F443A8FB5074}" dt="2026-02-10T08:42:41.964" v="1877" actId="1076"/>
          <ac:spMkLst>
            <pc:docMk/>
            <pc:sldMk cId="1339512023" sldId="261"/>
            <ac:spMk id="3" creationId="{15F4A67D-3A03-DBD8-FE21-E58273891358}"/>
          </ac:spMkLst>
        </pc:spChg>
        <pc:spChg chg="del">
          <ac:chgData name="Cindy Lund" userId="567e4fc7b4b689c4" providerId="LiveId" clId="{B2767A3C-F96B-4761-B498-F443A8FB5074}" dt="2026-02-10T08:08:40.601" v="1849" actId="700"/>
          <ac:spMkLst>
            <pc:docMk/>
            <pc:sldMk cId="1339512023" sldId="261"/>
            <ac:spMk id="3" creationId="{D11B8E7A-F54B-6B8A-2C41-BD879D85F064}"/>
          </ac:spMkLst>
        </pc:spChg>
        <pc:spChg chg="add mod">
          <ac:chgData name="Cindy Lund" userId="567e4fc7b4b689c4" providerId="LiveId" clId="{B2767A3C-F96B-4761-B498-F443A8FB5074}" dt="2026-02-10T08:43:27.981" v="1885" actId="122"/>
          <ac:spMkLst>
            <pc:docMk/>
            <pc:sldMk cId="1339512023" sldId="261"/>
            <ac:spMk id="4" creationId="{756552DD-8197-8EC1-D973-59E47B014540}"/>
          </ac:spMkLst>
        </pc:spChg>
        <pc:spChg chg="del">
          <ac:chgData name="Cindy Lund" userId="567e4fc7b4b689c4" providerId="LiveId" clId="{B2767A3C-F96B-4761-B498-F443A8FB5074}" dt="2026-02-10T08:08:40.601" v="1849" actId="700"/>
          <ac:spMkLst>
            <pc:docMk/>
            <pc:sldMk cId="1339512023" sldId="261"/>
            <ac:spMk id="4" creationId="{EA3F8E53-F7E9-9BFC-41DC-A1886BE02B65}"/>
          </ac:spMkLst>
        </pc:spChg>
        <pc:picChg chg="add mod">
          <ac:chgData name="Cindy Lund" userId="567e4fc7b4b689c4" providerId="LiveId" clId="{B2767A3C-F96B-4761-B498-F443A8FB5074}" dt="2026-02-10T08:43:23.716" v="1884" actId="1076"/>
          <ac:picMkLst>
            <pc:docMk/>
            <pc:sldMk cId="1339512023" sldId="261"/>
            <ac:picMk id="6" creationId="{9F5AEE33-650A-51FC-2AD8-FE6DBD1B22F1}"/>
          </ac:picMkLst>
        </pc:picChg>
      </pc:sldChg>
      <pc:sldChg chg="add del">
        <pc:chgData name="Cindy Lund" userId="567e4fc7b4b689c4" providerId="LiveId" clId="{B2767A3C-F96B-4761-B498-F443A8FB5074}" dt="2026-02-10T08:08:58.887" v="1853" actId="2696"/>
        <pc:sldMkLst>
          <pc:docMk/>
          <pc:sldMk cId="22776638" sldId="262"/>
        </pc:sldMkLst>
      </pc:sldChg>
      <pc:sldChg chg="add del">
        <pc:chgData name="Cindy Lund" userId="567e4fc7b4b689c4" providerId="LiveId" clId="{B2767A3C-F96B-4761-B498-F443A8FB5074}" dt="2026-02-10T08:04:52.546" v="1834"/>
        <pc:sldMkLst>
          <pc:docMk/>
          <pc:sldMk cId="338068564" sldId="262"/>
        </pc:sldMkLst>
      </pc:sldChg>
      <pc:sldChg chg="modSp add del mod">
        <pc:chgData name="Cindy Lund" userId="567e4fc7b4b689c4" providerId="LiveId" clId="{B2767A3C-F96B-4761-B498-F443A8FB5074}" dt="2026-02-10T08:43:38.266" v="1888" actId="2696"/>
        <pc:sldMkLst>
          <pc:docMk/>
          <pc:sldMk cId="1450542064" sldId="262"/>
        </pc:sldMkLst>
        <pc:spChg chg="mod">
          <ac:chgData name="Cindy Lund" userId="567e4fc7b4b689c4" providerId="LiveId" clId="{B2767A3C-F96B-4761-B498-F443A8FB5074}" dt="2026-02-10T08:41:21.993" v="1860" actId="27636"/>
          <ac:spMkLst>
            <pc:docMk/>
            <pc:sldMk cId="1450542064" sldId="262"/>
            <ac:spMk id="15" creationId="{84DFCB5A-EDE0-D5D3-F5EA-467145ED3279}"/>
          </ac:spMkLst>
        </pc:spChg>
      </pc:sldChg>
      <pc:sldChg chg="add del">
        <pc:chgData name="Cindy Lund" userId="567e4fc7b4b689c4" providerId="LiveId" clId="{B2767A3C-F96B-4761-B498-F443A8FB5074}" dt="2026-02-10T08:44:40.216" v="1898" actId="47"/>
        <pc:sldMkLst>
          <pc:docMk/>
          <pc:sldMk cId="1857668771" sldId="262"/>
        </pc:sldMkLst>
      </pc:sldChg>
      <pc:sldChg chg="add del">
        <pc:chgData name="Cindy Lund" userId="567e4fc7b4b689c4" providerId="LiveId" clId="{B2767A3C-F96B-4761-B498-F443A8FB5074}" dt="2026-02-10T08:18:59.185" v="1855" actId="47"/>
        <pc:sldMkLst>
          <pc:docMk/>
          <pc:sldMk cId="2304394802" sldId="262"/>
        </pc:sldMkLst>
      </pc:sldChg>
      <pc:sldChg chg="modSp add mod">
        <pc:chgData name="Cindy Lund" userId="567e4fc7b4b689c4" providerId="LiveId" clId="{B2767A3C-F96B-4761-B498-F443A8FB5074}" dt="2026-02-10T08:55:39.489" v="2321" actId="20577"/>
        <pc:sldMkLst>
          <pc:docMk/>
          <pc:sldMk cId="3310885307" sldId="262"/>
        </pc:sldMkLst>
        <pc:spChg chg="mod">
          <ac:chgData name="Cindy Lund" userId="567e4fc7b4b689c4" providerId="LiveId" clId="{B2767A3C-F96B-4761-B498-F443A8FB5074}" dt="2026-02-10T08:55:39.489" v="2321" actId="20577"/>
          <ac:spMkLst>
            <pc:docMk/>
            <pc:sldMk cId="3310885307" sldId="262"/>
            <ac:spMk id="15" creationId="{1FFA97C7-391C-0DEA-0833-A52C4A4D673C}"/>
          </ac:spMkLst>
        </pc:spChg>
      </pc:sldChg>
      <pc:sldChg chg="modSp add del mod">
        <pc:chgData name="Cindy Lund" userId="567e4fc7b4b689c4" providerId="LiveId" clId="{B2767A3C-F96B-4761-B498-F443A8FB5074}" dt="2026-02-10T08:44:31.473" v="1897" actId="47"/>
        <pc:sldMkLst>
          <pc:docMk/>
          <pc:sldMk cId="3843413887" sldId="263"/>
        </pc:sldMkLst>
        <pc:spChg chg="mod">
          <ac:chgData name="Cindy Lund" userId="567e4fc7b4b689c4" providerId="LiveId" clId="{B2767A3C-F96B-4761-B498-F443A8FB5074}" dt="2026-02-10T08:41:54.828" v="1867" actId="27636"/>
          <ac:spMkLst>
            <pc:docMk/>
            <pc:sldMk cId="3843413887" sldId="263"/>
            <ac:spMk id="15" creationId="{DF9C0B1E-5886-A036-603F-112FC37659D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8C3F8-75BE-41C1-B58C-11B0C30B7E77}" type="datetimeFigureOut">
              <a:rPr lang="en-DE" smtClean="0"/>
              <a:t>10/02/2026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1FF7-BAAD-4FC6-814F-6C17EBF0AC2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87938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EAC11-FAFF-B467-0D7A-B64DC6D3B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DB736-4DFC-2995-900A-491AAFA93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FC8D15-F066-EFBA-33F0-BAC0A2845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 &amp; Learnings – 1 Min.</a:t>
            </a:r>
            <a:br>
              <a:rPr lang="en-US" dirty="0"/>
            </a:br>
            <a:r>
              <a:rPr lang="en-US" dirty="0"/>
              <a:t>Audio File size when adding the chunks back together. Also adding the chunks back together. Stylistic improvements were needed – script not really on point, voices need to be selected.</a:t>
            </a:r>
          </a:p>
          <a:p>
            <a:endParaRPr lang="en-US" dirty="0"/>
          </a:p>
          <a:p>
            <a:r>
              <a:rPr lang="en-US" dirty="0"/>
              <a:t>Demonstration – 2 Min Live Demo</a:t>
            </a:r>
          </a:p>
          <a:p>
            <a:endParaRPr lang="en-US" dirty="0"/>
          </a:p>
          <a:p>
            <a:r>
              <a:rPr lang="en-US" dirty="0"/>
              <a:t>To make it ready: What you would add to make this production-ready? The way we input things now are embedded in the code. To get ready for production, </a:t>
            </a:r>
            <a:r>
              <a:rPr lang="en-US" dirty="0" err="1"/>
              <a:t>i</a:t>
            </a:r>
            <a:r>
              <a:rPr lang="en-US" dirty="0"/>
              <a:t> Think is to get this to market or for a client that needs to create podcast. One thing needed is a user interface to input the URLs or docs. Then the user needs to have a chance to correct the Podcast Script generated. And then maybe select the model and the voice. It would also be nice to create a SRT file for subtitles.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75F94-82EF-735E-14AF-103E1BBE5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1FF7-BAAD-4FC6-814F-6C17EBF0AC25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45276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0BE8E-FBD1-A367-15C4-43B5261D1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F25DB-FF41-B1B7-1C42-95BB3605F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7FAD9-AB41-0AA2-BE8A-54618DCE9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 &amp; Learnings – 1 Min.</a:t>
            </a:r>
            <a:br>
              <a:rPr lang="en-US" dirty="0"/>
            </a:br>
            <a:r>
              <a:rPr lang="en-US" dirty="0"/>
              <a:t>Audio File size when adding the chunks back together. Also adding the chunks back together. Stylistic improvements were needed – script not really on point, voices need to be selected.</a:t>
            </a:r>
          </a:p>
          <a:p>
            <a:endParaRPr lang="en-US" dirty="0"/>
          </a:p>
          <a:p>
            <a:r>
              <a:rPr lang="en-US" dirty="0"/>
              <a:t>Demonstration – 2 Min Live Demo</a:t>
            </a:r>
          </a:p>
          <a:p>
            <a:endParaRPr lang="en-US" dirty="0"/>
          </a:p>
          <a:p>
            <a:r>
              <a:rPr lang="en-US" dirty="0"/>
              <a:t>To make it ready: What you would add to make this production-ready? The way we input things now are embedded in the code. To get ready for production, </a:t>
            </a:r>
            <a:r>
              <a:rPr lang="en-US" dirty="0" err="1"/>
              <a:t>i</a:t>
            </a:r>
            <a:r>
              <a:rPr lang="en-US" dirty="0"/>
              <a:t> Think is to get this to market or for a client that needs to create podcast. One thing needed is a user interface to input the URLs or docs. Then the user needs to have a chance to correct the Podcast Script generated. And then maybe select the model and the voice. It would also be nice to create a SRT file for subtitles.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9E7B2-72DC-0B33-842C-482E676F0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1FF7-BAAD-4FC6-814F-6C17EBF0AC25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19458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81B72-9163-D13A-9A7C-FA4FB6530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6E5E1-C5A1-68D4-7A22-F78700169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3905E6-57D0-0EC3-82FE-1F22DC749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 &amp; Learnings – 1 Min.</a:t>
            </a:r>
            <a:br>
              <a:rPr lang="en-US" dirty="0"/>
            </a:br>
            <a:r>
              <a:rPr lang="en-US" dirty="0"/>
              <a:t>Audio File size when adding the chunks back together. Also adding the chunks back together. Stylistic improvements were needed – script not really on point, voices need to be selected.</a:t>
            </a:r>
          </a:p>
          <a:p>
            <a:endParaRPr lang="en-US" dirty="0"/>
          </a:p>
          <a:p>
            <a:r>
              <a:rPr lang="en-US" dirty="0"/>
              <a:t>Demonstration – 2 Min Live Demo</a:t>
            </a:r>
          </a:p>
          <a:p>
            <a:endParaRPr lang="en-US" dirty="0"/>
          </a:p>
          <a:p>
            <a:r>
              <a:rPr lang="en-US" dirty="0"/>
              <a:t>To make it ready: What you would add to make this production-ready? The way we input things now are embedded in the code. To get ready for production, </a:t>
            </a:r>
            <a:r>
              <a:rPr lang="en-US" dirty="0" err="1"/>
              <a:t>i</a:t>
            </a:r>
            <a:r>
              <a:rPr lang="en-US" dirty="0"/>
              <a:t> Think is to get this to market or for a client that needs to create podcast. One thing needed is a user interface to input the URLs or docs. Then the user needs to have a chance to correct the Podcast Script generated. And then maybe select the model and the voice. It would also be nice to create a SRT file for subtitles.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23C90-481B-98EC-3CCF-CF37AF153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1FF7-BAAD-4FC6-814F-6C17EBF0AC25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76854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BBC, History Today, National Geographic, Wikipedia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1FF7-BAAD-4FC6-814F-6C17EBF0AC25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09031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7192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570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7829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32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426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01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0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24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50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0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27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74" r:id="rId6"/>
    <p:sldLayoutId id="2147483770" r:id="rId7"/>
    <p:sldLayoutId id="2147483771" r:id="rId8"/>
    <p:sldLayoutId id="2147483772" r:id="rId9"/>
    <p:sldLayoutId id="2147483773" r:id="rId10"/>
    <p:sldLayoutId id="2147483775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bc.co.uk/history/ancient/romans/fallofrome_article_01.s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Fall_of_the_Western_Roman_Empire#:~:text=The%20Roman%20Empire%20lost%20the,many%20of%20these%20immediate%20factors" TargetMode="External"/><Relationship Id="rId5" Type="http://schemas.openxmlformats.org/officeDocument/2006/relationships/hyperlink" Target="https://www.historytoday.com/archive/history-matters/fall-roman-empire" TargetMode="External"/><Relationship Id="rId4" Type="http://schemas.openxmlformats.org/officeDocument/2006/relationships/hyperlink" Target="https://www.nationalgeographic.com/history/article/fall-of-ancient-roman-empi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96458-3FEC-0FB4-51A9-431E752A7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E53FA55-218F-83AB-A3D8-0E17D3913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4764" y="241747"/>
            <a:ext cx="4618836" cy="37255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dirty="0"/>
              <a:t>PODCAST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4CC9668-EA08-CDA9-85A3-1D0829BC86B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90" r="17500" b="1"/>
          <a:stretch>
            <a:fillRect/>
          </a:stretch>
        </p:blipFill>
        <p:spPr>
          <a:xfrm>
            <a:off x="0" y="0"/>
            <a:ext cx="5957168" cy="6858000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9BDF890-AA77-8D76-FD36-F0CE26774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4834" y="614303"/>
            <a:ext cx="5778697" cy="6166020"/>
          </a:xfrm>
        </p:spPr>
        <p:txBody>
          <a:bodyPr>
            <a:normAutofit/>
          </a:bodyPr>
          <a:lstStyle/>
          <a:p>
            <a:pPr lvl="0"/>
            <a:endParaRPr lang="en-US" sz="2400" b="1" dirty="0"/>
          </a:p>
          <a:p>
            <a:pPr lvl="0"/>
            <a:endParaRPr lang="en-US" sz="2400" b="1" dirty="0"/>
          </a:p>
          <a:p>
            <a:pPr lvl="0"/>
            <a:r>
              <a:rPr lang="en-DE" sz="2800" b="1" dirty="0"/>
              <a:t>Introduction</a:t>
            </a:r>
            <a:r>
              <a:rPr lang="en-DE" sz="2800" dirty="0"/>
              <a:t>: </a:t>
            </a:r>
            <a:endParaRPr lang="en-US" sz="2800" dirty="0"/>
          </a:p>
          <a:p>
            <a:pPr lvl="0"/>
            <a:r>
              <a:rPr lang="en-US" sz="2800" dirty="0"/>
              <a:t>Fall of the Roman Empire: Key Reasons and Relevance for Today (Motivation)</a:t>
            </a:r>
          </a:p>
          <a:p>
            <a:pPr lvl="0"/>
            <a:endParaRPr lang="en-US" sz="2800" dirty="0"/>
          </a:p>
          <a:p>
            <a:pPr lvl="0"/>
            <a:r>
              <a:rPr lang="en-US" sz="2800" b="1" i="1" dirty="0"/>
              <a:t>Team</a:t>
            </a:r>
            <a:r>
              <a:rPr lang="en-US" sz="2800" dirty="0"/>
              <a:t>: Marco, Antonio, Elsa &amp; Cindy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3826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794C9-1A13-2611-19A8-060527B10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9A63150-F252-6B81-4173-ABBBDF366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4764" y="241747"/>
            <a:ext cx="4618836" cy="37255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dirty="0"/>
              <a:t>PODCAST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EF87590-ED8C-2B27-0B0C-5C3DC217C7B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90" r="17500" b="1"/>
          <a:stretch>
            <a:fillRect/>
          </a:stretch>
        </p:blipFill>
        <p:spPr>
          <a:xfrm>
            <a:off x="0" y="0"/>
            <a:ext cx="5957168" cy="6858000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FFA97C7-391C-0DEA-0833-A52C4A4D6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4834" y="614303"/>
            <a:ext cx="5778697" cy="5881747"/>
          </a:xfrm>
        </p:spPr>
        <p:txBody>
          <a:bodyPr>
            <a:normAutofit fontScale="85000" lnSpcReduction="20000"/>
          </a:bodyPr>
          <a:lstStyle/>
          <a:p>
            <a:pPr lvl="0"/>
            <a:endParaRPr lang="en-US" sz="2800" b="1" dirty="0"/>
          </a:p>
          <a:p>
            <a:pPr lvl="0"/>
            <a:r>
              <a:rPr lang="en-US" sz="2800" b="1" dirty="0"/>
              <a:t>Purpose</a:t>
            </a:r>
            <a:r>
              <a:rPr lang="en-DE" sz="2800" dirty="0"/>
              <a:t>: </a:t>
            </a:r>
            <a:endParaRPr lang="en-US" sz="2800" dirty="0"/>
          </a:p>
          <a:p>
            <a:pPr lvl="0"/>
            <a:r>
              <a:rPr lang="en-US" sz="2800" dirty="0"/>
              <a:t>Educational and Informative: Engaging Content on the collapse of one of the mightiest civilizations of all times…</a:t>
            </a:r>
          </a:p>
          <a:p>
            <a:pPr lvl="0"/>
            <a:r>
              <a:rPr lang="en-US" sz="2800" dirty="0"/>
              <a:t>“those that forget the lessons of the past are doomed to repeat them”</a:t>
            </a:r>
          </a:p>
          <a:p>
            <a:pPr lvl="0"/>
            <a:endParaRPr lang="en-US" sz="2800" dirty="0"/>
          </a:p>
          <a:p>
            <a:pPr lvl="0"/>
            <a:r>
              <a:rPr lang="en-US" sz="2800" b="1" i="1" dirty="0"/>
              <a:t>Target Audience</a:t>
            </a:r>
            <a:r>
              <a:rPr lang="en-US" sz="2800" dirty="0"/>
              <a:t>: General Listeners, and especially those who appreciate the intersection of history and politics</a:t>
            </a:r>
          </a:p>
          <a:p>
            <a:pPr lvl="0"/>
            <a:endParaRPr lang="en-US" sz="2800" dirty="0"/>
          </a:p>
          <a:p>
            <a:pPr lvl="0"/>
            <a:r>
              <a:rPr lang="en-US" sz="2800" b="1" i="1" dirty="0"/>
              <a:t>Sources</a:t>
            </a:r>
            <a:r>
              <a:rPr lang="en-US" sz="2800" b="1" i="1"/>
              <a:t>:  </a:t>
            </a:r>
            <a:r>
              <a:rPr lang="en-US" sz="2800"/>
              <a:t>National </a:t>
            </a:r>
            <a:r>
              <a:rPr lang="en-US" sz="2800" dirty="0"/>
              <a:t>Geographic, BBC, History Today, Wikipedia</a:t>
            </a:r>
          </a:p>
          <a:p>
            <a:pPr lvl="0"/>
            <a:endParaRPr lang="en-US" sz="2800" dirty="0"/>
          </a:p>
          <a:p>
            <a:pPr lvl="0"/>
            <a:endParaRPr lang="en-US" sz="2800" dirty="0"/>
          </a:p>
          <a:p>
            <a:pPr lvl="0"/>
            <a:endParaRPr lang="en-US" sz="2800" dirty="0"/>
          </a:p>
          <a:p>
            <a:pPr lvl="0"/>
            <a:endParaRPr lang="en-US" sz="28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10885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A4EC6-A6EC-1A2C-1D44-C13B5FA10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3BD42DC-3D53-782B-4253-84BCB8803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4764" y="241747"/>
            <a:ext cx="4618836" cy="37255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dirty="0"/>
              <a:t>PODCAST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1B79BED-674F-1A4F-F0FF-8FC43F9313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90" r="17500" b="1"/>
          <a:stretch>
            <a:fillRect/>
          </a:stretch>
        </p:blipFill>
        <p:spPr>
          <a:xfrm>
            <a:off x="0" y="0"/>
            <a:ext cx="5957168" cy="6858000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BCF2963-E458-7868-C188-0CBDB41F2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4834" y="614303"/>
            <a:ext cx="5778697" cy="4861937"/>
          </a:xfrm>
        </p:spPr>
        <p:txBody>
          <a:bodyPr>
            <a:normAutofit/>
          </a:bodyPr>
          <a:lstStyle/>
          <a:p>
            <a:pPr lvl="0"/>
            <a:endParaRPr lang="en-US" sz="3500" b="1" dirty="0"/>
          </a:p>
          <a:p>
            <a:pPr lvl="0"/>
            <a:r>
              <a:rPr lang="en-DE" sz="2800" b="1" dirty="0"/>
              <a:t>Challenges &amp; Learnings</a:t>
            </a:r>
            <a:r>
              <a:rPr lang="en-US" sz="2800" b="1" dirty="0"/>
              <a:t>: </a:t>
            </a:r>
          </a:p>
          <a:p>
            <a:pPr lvl="0"/>
            <a:r>
              <a:rPr lang="en-US" sz="2800" dirty="0"/>
              <a:t>Chunking, Audio File Size, Podcast Script, Voice Options, GitHub Commit Size</a:t>
            </a:r>
          </a:p>
          <a:p>
            <a:pPr lvl="0"/>
            <a:endParaRPr lang="en-DE" sz="6400" dirty="0"/>
          </a:p>
        </p:txBody>
      </p:sp>
    </p:spTree>
    <p:extLst>
      <p:ext uri="{BB962C8B-B14F-4D97-AF65-F5344CB8AC3E}">
        <p14:creationId xmlns:p14="http://schemas.microsoft.com/office/powerpoint/2010/main" val="962685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5AEE33-650A-51FC-2AD8-FE6DBD1B2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811" y="642096"/>
            <a:ext cx="7770949" cy="51084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F4A67D-3A03-DBD8-FE21-E58273891358}"/>
              </a:ext>
            </a:extLst>
          </p:cNvPr>
          <p:cNvSpPr txBox="1"/>
          <p:nvPr/>
        </p:nvSpPr>
        <p:spPr>
          <a:xfrm>
            <a:off x="1545771" y="5150395"/>
            <a:ext cx="858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* </a:t>
            </a:r>
            <a:r>
              <a:rPr lang="en-US" dirty="0"/>
              <a:t>Improve User Interface for URLs, Script Correction Input Loop, Model Selection Choice, Input with sample voices for Voice Selection, SRT for Subtitles, Improve Performance, Dynamic Prompting</a:t>
            </a:r>
            <a:endParaRPr lang="en-DE" dirty="0"/>
          </a:p>
          <a:p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552DD-8197-8EC1-D973-59E47B014540}"/>
              </a:ext>
            </a:extLst>
          </p:cNvPr>
          <p:cNvSpPr txBox="1"/>
          <p:nvPr/>
        </p:nvSpPr>
        <p:spPr>
          <a:xfrm>
            <a:off x="2123440" y="324418"/>
            <a:ext cx="7193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Production Ready </a:t>
            </a:r>
            <a:r>
              <a:rPr lang="en-DE" sz="2400" b="1" dirty="0"/>
              <a:t>Next Steps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339512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4E0887-9A05-B576-D2AA-01A8DAC92814}"/>
              </a:ext>
            </a:extLst>
          </p:cNvPr>
          <p:cNvSpPr txBox="1"/>
          <p:nvPr/>
        </p:nvSpPr>
        <p:spPr>
          <a:xfrm>
            <a:off x="1009934" y="1323833"/>
            <a:ext cx="87209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Sources:</a:t>
            </a:r>
            <a:br>
              <a:rPr lang="en-US" dirty="0"/>
            </a:br>
            <a:endParaRPr lang="en-US" dirty="0"/>
          </a:p>
          <a:p>
            <a:r>
              <a:rPr lang="en-US" b="1" dirty="0">
                <a:hlinkClick r:id="rId3"/>
              </a:rPr>
              <a:t>https://www.bbc.co.uk/history/ancient/romans/fallofrome_article_01.shtml</a:t>
            </a:r>
            <a:endParaRPr lang="en-US" b="1" dirty="0"/>
          </a:p>
          <a:p>
            <a:endParaRPr lang="en-US" b="1" dirty="0"/>
          </a:p>
          <a:p>
            <a:r>
              <a:rPr lang="en-US" b="1" dirty="0">
                <a:hlinkClick r:id="rId4"/>
              </a:rPr>
              <a:t>https://www.nationalgeographic.com/history/article/fall-of-ancient-roman-empire</a:t>
            </a:r>
            <a:endParaRPr lang="en-US" b="1" dirty="0"/>
          </a:p>
          <a:p>
            <a:endParaRPr lang="en-US" b="1" dirty="0"/>
          </a:p>
          <a:p>
            <a:r>
              <a:rPr lang="en-US" b="1" dirty="0">
                <a:hlinkClick r:id="rId5"/>
              </a:rPr>
              <a:t>https://www.historytoday.com/archive/history-matters/fall-roman-empire</a:t>
            </a:r>
            <a:endParaRPr lang="en-US" b="1" dirty="0"/>
          </a:p>
          <a:p>
            <a:endParaRPr lang="en-US" b="1" dirty="0"/>
          </a:p>
          <a:p>
            <a:r>
              <a:rPr lang="en-US" b="1" dirty="0">
                <a:hlinkClick r:id="rId6"/>
              </a:rPr>
              <a:t>https://en.wikipedia.org/wiki/Fall_of_the_Western_Roman_Empire#:~:text=The%20Roman%20Empire%20lost%20the,many%20of%20these%20immediate%20factors</a:t>
            </a:r>
            <a:r>
              <a:rPr lang="en-US" b="1" dirty="0"/>
              <a:t>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1924283948"/>
      </p:ext>
    </p:extLst>
  </p:cSld>
  <p:clrMapOvr>
    <a:masterClrMapping/>
  </p:clrMapOvr>
</p:sld>
</file>

<file path=ppt/theme/theme1.xml><?xml version="1.0" encoding="utf-8"?>
<a:theme xmlns:a="http://schemas.openxmlformats.org/drawingml/2006/main" name="AdornVTI">
  <a:themeElements>
    <a:clrScheme name="GC1">
      <a:dk1>
        <a:sysClr val="windowText" lastClr="000000"/>
      </a:dk1>
      <a:lt1>
        <a:sysClr val="window" lastClr="FFFFFF"/>
      </a:lt1>
      <a:dk2>
        <a:srgbClr val="2C2830"/>
      </a:dk2>
      <a:lt2>
        <a:srgbClr val="E0DCE1"/>
      </a:lt2>
      <a:accent1>
        <a:srgbClr val="908193"/>
      </a:accent1>
      <a:accent2>
        <a:srgbClr val="A08889"/>
      </a:accent2>
      <a:accent3>
        <a:srgbClr val="B48C7E"/>
      </a:accent3>
      <a:accent4>
        <a:srgbClr val="809C9B"/>
      </a:accent4>
      <a:accent5>
        <a:srgbClr val="899F91"/>
      </a:accent5>
      <a:accent6>
        <a:srgbClr val="728274"/>
      </a:accent6>
      <a:hlink>
        <a:srgbClr val="837585"/>
      </a:hlink>
      <a:folHlink>
        <a:srgbClr val="677E83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890</TotalTime>
  <Words>708</Words>
  <Application>Microsoft Office PowerPoint</Application>
  <PresentationFormat>Widescreen</PresentationFormat>
  <Paragraphs>55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Bembo</vt:lpstr>
      <vt:lpstr>AdornVTI</vt:lpstr>
      <vt:lpstr>PODCAST</vt:lpstr>
      <vt:lpstr>PODCAST</vt:lpstr>
      <vt:lpstr>PODCAST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Cindy Lund</dc:creator>
  <cp:lastModifiedBy>Cindy Lund</cp:lastModifiedBy>
  <cp:revision>1</cp:revision>
  <dcterms:created xsi:type="dcterms:W3CDTF">2026-02-09T16:37:50Z</dcterms:created>
  <dcterms:modified xsi:type="dcterms:W3CDTF">2026-02-10T08:55:41Z</dcterms:modified>
</cp:coreProperties>
</file>